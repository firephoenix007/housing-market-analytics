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1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B1B"/>
                </a:solidFill>
              </a:defRPr>
            </a:pPr>
            <a:r>
              <a:t>Bengaluru / Hyderabad Housing 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1091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All 5 Tableau dashboards, one slide each. Full workbook and write-up: github.com/FirePhoenix007/housing-market-analytics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1B1B"/>
                </a:solidFill>
              </a:defRPr>
            </a:pPr>
            <a:r>
              <a:t>1. 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A live KPI strip, BHK breakdown, and the top 15 areas by price per sqft.</a:t>
            </a:r>
          </a:p>
        </p:txBody>
      </p:sp>
      <p:pic>
        <p:nvPicPr>
          <p:cNvPr id="4" name="Picture 3" descr="tmpca10w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280160"/>
            <a:ext cx="6629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1B1B"/>
                </a:solidFill>
              </a:defRPr>
            </a:pPr>
            <a:r>
              <a:t>2. Locality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Top areas by price, a price-distribution histogram, and listings by tier.</a:t>
            </a:r>
          </a:p>
        </p:txBody>
      </p:sp>
      <p:pic>
        <p:nvPicPr>
          <p:cNvPr id="4" name="Picture 3" descr="tmpdlra7g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280160"/>
            <a:ext cx="6629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1B1B"/>
                </a:solidFill>
              </a:defRPr>
            </a:pPr>
            <a:r>
              <a:t>3. Property and BHK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How price changes with BHK count, floor size, and bathroom count.</a:t>
            </a:r>
          </a:p>
        </p:txBody>
      </p:sp>
      <p:pic>
        <p:nvPicPr>
          <p:cNvPr id="4" name="Picture 3" descr="tmpjokcfs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280160"/>
            <a:ext cx="6629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1B1B"/>
                </a:solidFill>
              </a:defRPr>
            </a:pPr>
            <a:r>
              <a:t>4. Value and Outlier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Which listings look like statistical outliers, and median price per sqft by tier.</a:t>
            </a:r>
          </a:p>
        </p:txBody>
      </p:sp>
      <p:pic>
        <p:nvPicPr>
          <p:cNvPr id="4" name="Picture 3" descr="tmpi6fkr2t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280160"/>
            <a:ext cx="6629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1B1B"/>
                </a:solidFill>
              </a:defRPr>
            </a:pPr>
            <a:r>
              <a:t>5. Market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The full scrolling story: treemap, bubble chart, heat map, box plot, scatter plot, city comparison, and top 15 areas -- all on one filter.</a:t>
            </a:r>
          </a:p>
        </p:txBody>
      </p:sp>
      <p:pic>
        <p:nvPicPr>
          <p:cNvPr id="4" name="Picture 3" descr="tmpsa8e1k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440" y="1280160"/>
            <a:ext cx="235712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